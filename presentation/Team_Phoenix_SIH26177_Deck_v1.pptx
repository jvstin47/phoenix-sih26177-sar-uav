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SMART INDIA HACKATHON 2026 | HARDWARE EDITION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PROJECT PHOENIX: AUTONOMOUS SEARCH &amp; RESCUE UAV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Deployable Multi-Spectral Edge-AI Drone for Rapid Victim Localization &amp; Hazard Reconnaissance in Communication-Denied Disasters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• Problem Statement ID: SIH26177  |  Theme: Robotics and Drones  |  Category: Hardware</a:t>
            </a:r>
          </a:p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• Sponsoring Organization: Qualcomm Inc.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Team Name: Team Phoenix  |  Domain: CSE + AI &amp; Data Science + Cyber Security (2nd Year Undergraduates)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SMART INDIA HACKATHON 2026 | PROBLEM STATEMENT ID: SIH26177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Critical Need: Disaster Reconnaissance in the 'Golden 72 Hours'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1. Communication Blackout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Severe Disconnection: Earthquakes, landslides (e.g. Wayanad 2024), and floods instantly sever 4G/5G mobile towers and electrical grids.</a:t>
            </a:r>
            <a:br/>
            <a:br/>
            <a:r>
              <a:t>• Cloud-AI Fails: Standard consumer drones rely on cellular telemetry or cloud processing, rendering them completely blind and inoperable in the disaster epicentre.</a:t>
            </a:r>
            <a:br/>
            <a:br/>
            <a:r>
              <a:t>• First Responder Disconnect: Ground crews operate with zero real-time situational awareness.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2. Environmental Occlusion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Slush, Smoke &amp; Darkness: Debris, thick rain clouds, and smoke plumes camouflage survivors from ordinary visual (RGB) aerial cameras.</a:t>
            </a:r>
            <a:br/>
            <a:br/>
            <a:r>
              <a:t>• Night Stoppage: Search operations are traditionally halted at sunset when optical visibility drops to zero, wasting crucial survival hours.</a:t>
            </a:r>
            <a:br/>
            <a:br/>
            <a:r>
              <a:t>• The Rubble Trap: Survivors trapped under light sheet debris remain invisible to human spotters.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3. Responder Hazard &amp; Latency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High Mortality Curve: Victim survival drops precipitously after the first 72 hours; manual foot sweeps take days to cover a 2 km² disaster area.</a:t>
            </a:r>
            <a:br/>
            <a:br/>
            <a:r>
              <a:t>• Secondary Disasters: Responders walk blindly into secondary hazards: active gas leaks, submerged live powerlines, and unstable structural slopes.</a:t>
            </a:r>
            <a:br/>
            <a:br/>
            <a:r>
              <a:t>• Solution Mandate: Need rapid autonomous aerial triage before deploying ground rescuers.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SMART INDIA HACKATHON 2026 | PROBLEM STATEMENT ID: SIH26177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Proposed Solution: Project Phoenix Autonomous SAR UAV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Core Solution Overview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Project Phoenix is a deployable autonomous multirotor UAV designed to act as an offline-first aerial reconnaissance scout for NDRF and SDRF teams:</a:t>
            </a:r>
            <a:br/>
            <a:br/>
            <a:r>
              <a:t>• 100% Onboard Edge Intelligence: Operates without internet, cellular connectivity, or external cloud infrastructure.</a:t>
            </a:r>
            <a:br/>
            <a:br/>
            <a:r>
              <a:t>• Multi-Spectral Vision Core: Co-registered RGB + Long-Wave Infrared (LWIR) thermal sensors detect living human body heat signatures (36°C-38°C) through smoke, mud, and total night darkness.</a:t>
            </a:r>
            <a:br/>
            <a:br/>
            <a:r>
              <a:t>• Tait-Bryan Ray-Casting Geolocation: Instantly converts 2D bounding boxes into real-world GPS coordinates without hovering overhead.</a:t>
            </a:r>
            <a:br/>
            <a:br/>
            <a:r>
              <a:t>• Offline Responder GCS: Displays live victim pins, hazard heatmaps, and shortest hazard-free ground rescue routes on a local tablet.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</a:defRPr>
            </a:pPr>
            <a:r>
              <a:t>Key Technical Innovations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Dual-Brain Architecture on Single Board:</a:t>
            </a:r>
            <a:br/>
            <a:r>
              <a:t>  Powered by the Arduino UNO Q integrating the Qualcomm Dragonwing™ QRB2210 Linux MPU with an STM32U585 Real-Time MCU (replaces both flight controller &amp; companion computer in 40g).</a:t>
            </a:r>
            <a:br/>
            <a:br/>
            <a:r>
              <a:t>• Sub-5W Edge Deep Learning:</a:t>
            </a:r>
            <a:br/>
            <a:r>
              <a:t>  INT8-quantized YOLO model running on the Qualcomm NPU; complies with Bouabdallah's 90/10 power rule (actuators consume 90%, compute draws &lt; 10%).</a:t>
            </a:r>
            <a:br/>
            <a:br/>
            <a:r>
              <a:t>• Dual-Tier Resilient Telemetry:</a:t>
            </a:r>
            <a:br/>
            <a:r>
              <a:t>  High-bandwidth Wi-Fi mesh for nearby video + ultra-reliable LoRa (868 MHz) emergency beacon transmitting coordinates over 5+ km.</a:t>
            </a:r>
            <a:br/>
            <a:br/>
            <a:r>
              <a:t>• Anti-Compass Drift Heading:</a:t>
            </a:r>
            <a:br/>
            <a:r>
              <a:t>  Visual-Inertial Odometry overrides magnetometers in steel rubble.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SMART INDIA HACKATHON 2026 | PROBLEM STATEMENT ID: SIH26177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Technical Architecture: The Dual-Brain Edge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Step 1: Sensing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Dual-Band Sensor Suite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Sony 4K RGB Camera for terrain context &amp; visual markers.</a:t>
            </a:r>
            <a:br/>
            <a:br/>
            <a:r>
              <a:t>• Infiray / FLIR LWIR Thermal Sensor (8-14μm) for human heat anomalies.</a:t>
            </a:r>
            <a:br/>
            <a:br/>
            <a:r>
              <a:t>• Downward LiDAR/Sonar for precise ground distance and altitude.</a:t>
            </a:r>
            <a:br/>
            <a:br/>
            <a:r>
              <a:t>• Anti-vibration silicone dampening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Step 2: Real-Time MCU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STM32U585 Core @ 250Hz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Runs Zephyr RTOS with hard-deterministic 4ms PID flight loops.</a:t>
            </a:r>
            <a:br/>
            <a:br/>
            <a:r>
              <a:t>• Inherits Joop Broking YMFC-32 flight stabilization heritage.</a:t>
            </a:r>
            <a:br/>
            <a:br/>
            <a:r>
              <a:t>• 350Hz patched PWM for direct brushless ESC response.</a:t>
            </a:r>
            <a:br/>
            <a:br/>
            <a:r>
              <a:t>• Asynchronous RPC bridge prevents Linux tasks from blocking flight.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Step 3: Edge AI MPU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Qualcomm QRB2210 Core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Debian Linux host executing INT8 quantized YOLO-nano.</a:t>
            </a:r>
            <a:br/>
            <a:br/>
            <a:r>
              <a:t>• Multi-spectral late fusion: blends RGB confidence with thermal heat.</a:t>
            </a:r>
            <a:br/>
            <a:br/>
            <a:r>
              <a:t>• Tait-Bryan Ray-Casting: Calculates victim Lat/Long using drone altitude and gimbal attitude.</a:t>
            </a:r>
            <a:br/>
            <a:br/>
            <a:r>
              <a:t>• Sub-5W power draw.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Step 4: Tactical GCS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Offline Ground Station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Dual comms: Local Wi-Fi video stream + LoRa 868MHz packet telemetry.</a:t>
            </a:r>
            <a:br/>
            <a:br/>
            <a:r>
              <a:t>• Offline vector disaster mapping (Leaflet / Mapbox tiles).</a:t>
            </a:r>
            <a:br/>
            <a:br/>
            <a:r>
              <a:t>• Automated Triage Queue (coordinates, confidence, heat).</a:t>
            </a:r>
            <a:br/>
            <a:br/>
            <a:r>
              <a:t>• Dijkstra safe-path routing for ground search crews.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SMART INDIA HACKATHON 2026 | PROBLEM STATEMENT ID: SIH26177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Feasibility &amp; Commercial Viability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Mathematical Sizing (Bouabdallah Sizing Laws)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Thrust-to-Weight Ratio: β ≥ 2.0 (50% thrust margin for turbulence, heavy wind, and evasive climb in disaster zones).</a:t>
            </a:r>
            <a:br/>
            <a:br/>
            <a:r>
              <a:t>• 38% Battery Mass Fraction: Sized via Bouabdallah's Cost Factor (C) and Autonomy (Au) optimization; prevents payload-diminishing returns.</a:t>
            </a:r>
            <a:br/>
            <a:br/>
            <a:r>
              <a:t>• Weight Budget (Under DGCA 2kg Micro Limit):</a:t>
            </a:r>
            <a:br/>
            <a:r>
              <a:t>  - Airframe &amp; 4x BLDC Motors + Props: 720g</a:t>
            </a:r>
            <a:br/>
            <a:r>
              <a:t>  - Battery (4S 5200mAh LiPo): 560g</a:t>
            </a:r>
            <a:br/>
            <a:r>
              <a:t>  - Dual-Brain Avionics (UNO Q + Sensors): 120g</a:t>
            </a:r>
            <a:br/>
            <a:r>
              <a:t>  - Dual-Camera Gimbal Payload: 180g</a:t>
            </a:r>
            <a:br/>
            <a:r>
              <a:t>  - Total All-Up-Weight (AUW): 1.58 kg (&lt; 2.0 kg Micro Category)</a:t>
            </a:r>
            <a:br/>
            <a:br/>
            <a:r>
              <a:t>• 30-Minute Search Window: Covers 1.5 km² grid per battery sortie.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Market &amp; Cost Viability Comparison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Current Commercial Standard (e.g. DJI Matrice 30T):</a:t>
            </a:r>
            <a:br/>
            <a:r>
              <a:t>• Unit Cost: ₹9,00,000 to ₹14,00,000 (Exorbitant for regional SDRF)</a:t>
            </a:r>
            <a:br/>
            <a:r>
              <a:t>• Closed Ecosystem: Locked firmware, foreign server telemetry risk.</a:t>
            </a:r>
            <a:br/>
            <a:r>
              <a:t>• No Custom Edge AI: Cannot deploy custom disaster hazard models.</a:t>
            </a:r>
            <a:br/>
            <a:br/>
            <a:r>
              <a:t>Project Phoenix SAR Platform:</a:t>
            </a:r>
            <a:br/>
            <a:r>
              <a:t>• Estimated Unit Cost: ₹85,000 to ₹1,40,000 (1/8th of the cost!)</a:t>
            </a:r>
            <a:br/>
            <a:r>
              <a:t>• Open-Source Dual-Brain Stack: 100% Indian data sovereignty.</a:t>
            </a:r>
            <a:br/>
            <a:r>
              <a:t>• Edge Programmability: Deploy updated neural models over USB.</a:t>
            </a:r>
            <a:br/>
            <a:r>
              <a:t>• Rapid Deployment: &lt; 3 minutes from unboxing to takeoff.</a:t>
            </a:r>
            <a:br/>
            <a:r>
              <a:t>• Swarm Scalable: 1 disaster battalion can deploy 5 Phoenix units for the price of 1 proprietary enterprise drone.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SMART INDIA HACKATHON 2026 | PROBLEM STATEMENT ID: SIH26177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Research Foundations &amp; Team Phoenix Competency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Research Foundations &amp; Prior Art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1. Dr. Samir Bouabdallah (EPFL Thesis No. 3727, 2007):</a:t>
            </a:r>
            <a:br/>
            <a:r>
              <a:t>   • 'Design and Control of Quadrotors with Application to Autonomous Flying'</a:t>
            </a:r>
            <a:br/>
            <a:r>
              <a:t>   • Grounded our 12-state rigid body dynamics, spectral loop separation, and the 90/10 electrical power sizing law.</a:t>
            </a:r>
            <a:br/>
            <a:br/>
            <a:r>
              <a:t>2. NASA Technical Memorandum 4741 (NASA Langley, 1996):</a:t>
            </a:r>
            <a:br/>
            <a:r>
              <a:t>   • Informed selection of zero-pitching-moment (Cm=0) reflexed airfoils to eliminate blade flutter and IMU vibration.</a:t>
            </a:r>
            <a:br/>
            <a:br/>
            <a:r>
              <a:t>3. JRFCQAI Open-Source Dual-Brain Architecture (Ravi Butani, 2024):</a:t>
            </a:r>
            <a:br/>
            <a:r>
              <a:t>   • Established the viability of Zephyr RTOS (STM32U5) + Debian Linux (Qualcomm QRB2210) on the Arduino UNO Q for UAV flight.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Team Phoenix Synergy &amp; Execution Plan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AI &amp; Data Science (AD):</a:t>
            </a:r>
            <a:br/>
            <a:r>
              <a:t>  - Multi-spectral RGB + Thermal dataset curation &amp; augmentation.</a:t>
            </a:r>
            <a:br/>
            <a:r>
              <a:t>  - INT8 model quantization for the Qualcomm Dragonwing NPU.</a:t>
            </a:r>
            <a:br/>
            <a:br/>
            <a:r>
              <a:t>• Computer Science &amp; Engineering (CSE):</a:t>
            </a:r>
            <a:br/>
            <a:r>
              <a:t>  - Tait-Bryan Ray-Casting coordinate projection engine.</a:t>
            </a:r>
            <a:br/>
            <a:r>
              <a:t>  - Offline Web Ground Station (React + Leaflet + WebSocket bus).</a:t>
            </a:r>
            <a:br/>
            <a:br/>
            <a:r>
              <a:t>• Cyber Security (CY):</a:t>
            </a:r>
            <a:br/>
            <a:r>
              <a:t>  - Telemetry packet authentication &amp; anti-spoofing.</a:t>
            </a:r>
            <a:br/>
            <a:r>
              <a:t>  - LoRa emergency telemetry fallback protocol &amp; store-and-forward sync.</a:t>
            </a:r>
            <a:br/>
            <a:br/>
            <a:r>
              <a:t>GitHub Repository: github.com/jvstin47/Phoenix-SIH26177-SAR-UAV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