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ON-DEVICE AI: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real-time vision on Qualcomm silicon without internet.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TACTICAL GCS: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Streams priority triage queues and safe rescue routes to local operators.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INT8 quantized neural model running on NPU; preserves 90% power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Visual-Inertial Odometry overrides magnetometer in collapsed steel rubble (IEEE).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Boustrophedon lawnmower coverage flight powered by STM32U5 / Zephyr RTOS at 250 Hz.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4K RGB + LWIR Thermal cameras co-register frames; edge YOLO extracts human heat contours.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DCM matrix converts bounding box center + LiDAR altitude into real-world Lat/Long.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Souli et al. (2024) protocol packs survivor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Offline GCS computes priority triage queue and charts a hazard-aware Dijkstra safe walking corridor avoiding live wires directly to casualty.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INT8 YOLO Edge AI + Optical-to-Ground Ray-Caster</a:t>
            </a:r>
          </a:p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Qualcomm SNPE, ONNX Runtime INT8,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Setup Time: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flight.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Quick-Swap Battery: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4S LiPo tray for continuous sortie coverage.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50">
                <a:solidFill>
                  <a:srgbClr val="1E2638"/>
                </a:solidFill>
                <a:latin typeface="Calibri"/>
              </a:rPr>
              <a:t>Prototype Build: ₹35,800 (Calibrated Functional Prototype).</a:t>
            </a:r>
          </a:p>
          <a:p>
            <a:r>
              <a:rPr sz="165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868MHz LoRa packet bridge in NLoS canyons (Pérez-Díaz-de-Cerio et al., IEEE Access 2026).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8-14μm LWIR thermal fusion in dense smoke &amp; fire (Siotia et al.,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Visual-Inertial Odometry overrides magnetometer in collapsed rebar (IEEE).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Notch-filtered EKF &amp; harmonic vibration dampening (Bouabdallah, IEEE IROS).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Anti-windup integrator clamping on 400Hz PID loop (Bouabdallah, IEEE ICRA).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  <a:p>
            <a:r>
              <a:rPr sz="1400" b="1" i="0">
                <a:solidFill>
                  <a:srgbClr val="B35A00"/>
                </a:solidFill>
                <a:latin typeface="Calibri"/>
              </a:rPr>
              <a:t>Also cited: </a:t>
            </a:r>
            <a:r>
              <a:rPr sz="1400" b="0" i="1">
                <a:solidFill>
                  <a:srgbClr val="566074"/>
                </a:solidFill>
                <a:latin typeface="Calibri"/>
              </a:rPr>
              <a:t>Albanese et al., SARDO — Automated SDR-based Victim Localization, IEEE TMC, 2022. Baseline comparison: Phoenix X achieves equivalent victim localization at 1/8th payload weight.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Dr. Samir Bouabdallah (EPFL Thesis 3727 / IEEE ICRA, 2007)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12-state rigid-body dynamics, 90/10 electrical propulsion ratio, and anti-windup integrator.</a:t>
            </a:r>
          </a:p>
          <a:p>
            <a:r>
              <a:rPr sz="1400" b="1" i="0">
                <a:solidFill>
                  <a:srgbClr val="B35A00"/>
                </a:solidFill>
                <a:latin typeface="Calibri"/>
              </a:rPr>
              <a:t>Also cited: </a:t>
            </a:r>
            <a:r>
              <a:rPr sz="1400" b="0" i="1">
                <a:solidFill>
                  <a:srgbClr val="566074"/>
                </a:solidFill>
                <a:latin typeface="Calibri"/>
              </a:rPr>
              <a:t>Mishra et al. (BITS Pilani &amp; Bennett Univ.), CNN-Based Aerial Human Action Detection, Elsevier Computer Communications, Vol. 156, 2020. Validates Phoenix X's YOLOv8n multi-spectral aerial detection pipeline.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