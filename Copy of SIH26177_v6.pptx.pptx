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 RGB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Tait-Bryan Ray-Casting GPS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812703"/>
            <a:ext cx="5401361" cy="4024330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39303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079890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106519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</p:sp>
      <p:sp>
        <p:nvSpPr>
          <p:cNvPr name="TextBox 156" id="156"/>
          <p:cNvSpPr txBox="true"/>
          <p:nvPr/>
        </p:nvSpPr>
        <p:spPr>
          <a:xfrm rot="0">
            <a:off x="1074505" y="2575941"/>
            <a:ext cx="5028840" cy="3001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CATASTROPHIC DISASTERS (LANDSLIDES, EARTHQUAKES), FIRST RESPONDERS FACE FOUR CRITICAL BARRIERS:</a:t>
            </a:r>
          </a:p>
          <a:p>
            <a:pPr algn="l">
              <a:lnSpc>
                <a:spcPts val="1967"/>
              </a:lnSpc>
            </a:pP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COMMS BLACKOUT: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Downed towers &amp; power grids; cloud-AI drones rendered inoperable.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ZERO VISIBILITY: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Mud slush, smoke, and darkness blind standard visual cameras.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HIGH MORTALITY: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Golden 72 Hours expire before manual foot sweeps reach victims.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RESPONDER HAZARDS: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Teams advance blindly into live wires, gas leaks, and shifting debris.</a:t>
            </a:r>
          </a:p>
          <a:p>
            <a:pPr algn="l">
              <a:lnSpc>
                <a:spcPts val="1967"/>
              </a:lnSpc>
            </a:pP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727008"/>
            <a:ext cx="5140386" cy="2693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lang="en-US" sz="1625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Phoenix: An autonomous, field-deployable multirotor scout engineered for offline disaster zones: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ON-DEVICE AI: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real-time vision on Qualcomm silicon without internet.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MULTI-SPECTRAL VISION: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Fuses 4K RGB with LWIR Thermal (8-14μm) to spot living body heat (37°C).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TAIT-BRYAN RAY-CASTING: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Calculates victim Lat/Long GPS coordinates instantly from altitude.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OFFLINE TACTICAL GCS: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Streams priority triage queues and safe rescue routes to local operators.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Arduino UNO Q combining Qualcomm QRB2210 MPU + STM32U5 MCU in 40g.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INT8 quantized neural model running on NPU; preserves 90% power for flight.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rotation matrix projects bounding boxes to ground GPS pins.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17-byte bit-packed telemetry stream over 5+ km (Souli et al., Elsevier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Visual Odometry heading overrides magnetometer in steel rubble (Bouabdallah 2007).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Boustrophedon lawnmower coverage flight powered by STM32U5 / Zephyr RTOS at 250 Hz.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4K RGB + LWIR Thermal cameras co-register frames; edge YOLO extracts human heat contours.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DCM matrix converts bounding box center + LiDAR altitude into real-world Lat/Long.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Souli et al. (2024) protocol packs survivor coordinates into 17-byte binary frame; broadcasts over 5+ km.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Ground station ranks victims by accessibility, and can use the Dijkstra algorithm hazard-free ground efficient route.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250 Hz (4ms) deterministic flight stabilization loop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350 Hz PWM direct brushless motor control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IMU (MPU6050) + Barometer (MS5611) + Downward LiDAR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INT8 YOLO Edge AI + Optical-to-Ground Ray-Caster</a:t>
            </a:r>
          </a:p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Semtech SX1262 LoRa Telemetry Driver (868 MHz)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Qualcomm SNPE, ONNX Runtime INT8,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Semtech SX1262 LoRa P2P (868 MHz)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Bouabdallah Sizing Laws: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38% battery mass fraction, β ≥ 2.0 thrust-to-weight ratio.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Total All-Up-Weight: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1.58 kg (Comfortably under DGCA 2.0 kg Micro Category).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Sub-5W Compute: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Qualcomm NPU preserves 90% power for rotor propulsion.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Setup Time: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&lt; 3 minutes from rugged backpack unboxing to flight.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Quick-Swap Battery: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4S LiPo tray for continuous sortie coverage.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Prototype cost: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20,000₹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Bill of Materials: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₹85,000 – ₹1,40,000 per operational unit.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868MHz LoRa packet bridge in NLoS canyons (Pérez-Díaz-de-Cerio et al., IEEE Access 2026).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8-14μm LWIR thermal fusion in dense smoke &amp; fire (Siotia et al.,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Visual-Inertial Odometry overrides magnetometer in collapsed rebar (IEEE).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Notch-filtered EKF &amp; harmonic vibration dampening (Bouabdallah, IEEE IROS).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Anti-windup integrator clamping on 400Hz PID loop (Bouabdallah, IEEE ICRA).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0617" y="2126859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9513" y="2353459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7247" y="2511193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5041" y="2353459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9513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Discovered through mud &amp; debris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3319" y="2126859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72214" y="2353459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9948" y="2511193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7742" y="2353459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72214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6020" y="2126859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14916" y="2353459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72650" y="2511193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10444" y="2353459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14916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8722" y="2126859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7618" y="2353459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5352" y="2511193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53146" y="2353459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7618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5396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6830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7626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8421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6784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7580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8375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6089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6089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8421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8458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8860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6089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6089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8421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8449056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8860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6089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6089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8421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8468106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8860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6089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6089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8421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8458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8860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6089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6089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8421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8458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8860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IIT Jodhpur &amp; Manipal (IEEE Access, Sept 2026)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UPC Spain &amp; Souli et al. (IEEE Access 2026 / Elsevier 2024)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'Long-Range BLE Detection via Drone LoRa Relays' &amp; 'Mission-Critical ROS-LoRa Architecture'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TalTech Estonia (IEEE Access, 2023)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'Applying RIS-Based Communication for Collaborative Computing in a Swarm of Drones'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energy, -18% latency).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Dr. Samir Bouabdallah (EPFL Thesis 3727 / IEEE ICRA, 2007)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'Design and Control of Quadrotors with Application to Autonomous Flying'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12-state rigid-body dynamics, 90/10 electrical propulsion ratio, and anti-windup integrator.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